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hakti-photon-solutions.vercel.ap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shakti-photon-solutions.vercel.app/#what-we-buil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shakti-photon-solutions.vercel.app/#faq-secti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shakti-photon-solutions.vercel.app/products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shakti-photon-solutions.vercel.app/equipment-as-a-service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shakti-photon-solutions.vercel.app/about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shakti-photon-solutions.vercel.app/contact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shakti-photon-solutions.vercel.app/blog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shakti-photon-solutions.vercel.app/blog/pem-vs-aem-vs-alkaline-electrolyzer-india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SHAKTI PHOTON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Website Revamp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</a:rPr>
              <a:t>The Problem · The Strategy · The Live Product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70332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Prepared for team review —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🔗 Live site: shakti-photon-solutions.vercel.app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⚡ Powered by IIT Madras Research 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 — Why We Rebuilt the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Our old Wix website was holding back the business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3657600" cy="4389120"/>
          </a:xfrm>
          <a:prstGeom prst="rect">
            <a:avLst/>
          </a:prstGeom>
          <a:solidFill>
            <a:srgbClr val="FFF5F5"/>
          </a:solidFill>
          <a:ln w="19050">
            <a:solidFill>
              <a:srgbClr val="FE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1C1C"/>
                </a:solidFill>
              </a:rPr>
              <a:t>❌ Zero control over SEO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33472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Wix's auto-generated HTML is bloated and not indexable.
AI search tools (ChatGPT, Perplexity) couldn't find us.
Keywords like 'green hydrogen India' returned zero hits.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920240"/>
            <a:ext cx="3657600" cy="4389120"/>
          </a:xfrm>
          <a:prstGeom prst="rect">
            <a:avLst/>
          </a:prstGeom>
          <a:solidFill>
            <a:srgbClr val="FFF5F5"/>
          </a:solidFill>
          <a:ln w="19050">
            <a:solidFill>
              <a:srgbClr val="FE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1C1C"/>
                </a:solidFill>
              </a:rPr>
              <a:t>❌ No lead generation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33472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Every inquiry required navigating to a Contact page.
No pre-filled product context. High friction = lost leads.
No WhatsApp integration. No enquiry tracking.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920240"/>
            <a:ext cx="3657600" cy="4389120"/>
          </a:xfrm>
          <a:prstGeom prst="rect">
            <a:avLst/>
          </a:prstGeom>
          <a:solidFill>
            <a:srgbClr val="FFF5F5"/>
          </a:solidFill>
          <a:ln w="19050">
            <a:solidFill>
              <a:srgbClr val="FE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2057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1C1C"/>
                </a:solidFill>
              </a:rPr>
              <a:t>❌ Locked into Wix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633472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Could not add custom schema, structured data, or blog.
Slug URLs were ugly. Mobile performance was poor.
Monthly platform fees with no technical ownership.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Solution — A Purpose-Built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Rebuilt from scratch in HTML/CSS/JS. Free hosting. Full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11521440" cy="1188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476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🎯 Goal 1: Lead Generation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500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• Enquiry possible within 3 clicks from landing
• Product-specific enquiry modal (popup) with pre-filled context
• WhatsApp button on every page — direct to scientist
• 'Get a Quote' in persistent navbar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3246120"/>
            <a:ext cx="11521440" cy="1188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3192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🔍 Goal 2: GEO/SEO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7216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• Structured keywords: 'green hydrogen India', 'PEM electrolyzer India',
  'CCUS India', 'fuel cell system India', 'MEA manufacturer India',
  'carbon capture company India', 'net zero enabler India'
• FAQPage JSON-LD schema → AI assistants cite us
• 5 deep technical articles → topical authority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617720"/>
            <a:ext cx="11521440" cy="1188720"/>
          </a:xfrm>
          <a:prstGeom prst="rect">
            <a:avLst/>
          </a:prstGeom>
          <a:solidFill>
            <a:srgbClr val="F0F4F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9087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⚙️ Goal 3: Compound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9320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• Full technical documentation in repo (PROJECT.md, DECISIONS.md)
• Any AI model can onboard in &lt; 2 minutes
• CHANGELOG tracks every change
• ROADMAP drives prioritised 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1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Homepage — Hero + Stats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First impression: brand story, trust signals, 3-click enquiry</a:t>
            </a:r>
          </a:p>
        </p:txBody>
      </p:sp>
      <p:pic>
        <p:nvPicPr>
          <p:cNvPr id="6" name="Picture 5" descr="home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🏠 Homepage / Hero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✅ Headline: 'Enabling India's Net-Zero Goal'
✅ Tagline: 'On-site hydrogen generators · fuel cell systems · CCUS'
✅ Stats: 16+ years R&amp;D, 9+ institutions, 0.01–100kW
✅ Dual CTA: 'Explore Products' + 'Get a Quote'
✅ Scroll reveal animations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Live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1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Homepage — What We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Product families with individual enquiry buttons</a:t>
            </a:r>
          </a:p>
        </p:txBody>
      </p:sp>
      <p:pic>
        <p:nvPicPr>
          <p:cNvPr id="6" name="Picture 5" descr="what_we_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⚗️ What We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Products shown:
• Hydrogen Generators (PEM/AEM/Alkaline)
• Fuel Cell Systems
• CCUS Systems
• Photochemical Reactor
• MEA Manufacturing
Each card has:
• 'Enquire →' button → popup modal
• Pre-filled product name in form
• Confetti on successful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Live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SEO / GEO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Homepage — FAQ Section (GEO Strategy)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AI assistants (ChatGPT, Perplexity, Gemini) will cite these answers</a:t>
            </a:r>
          </a:p>
        </p:txBody>
      </p:sp>
      <p:pic>
        <p:nvPicPr>
          <p:cNvPr id="6" name="Picture 5" descr="faq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🔍 FAQ — GEO 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Why this matters:
When someone asks ChatGPT or Google
'green hydrogen company India' —
our FAQ answers are what the AI reads.
Keywords targeted:
• 'green hydrogen company India'
• 'PEM electrolyzer India'
• 'CCUS India'
• 'MEA manufacturer India'
• 'net zero enabler India'
• 'carbon capture company India'
10 Q&amp;As in JSON-LD schema (invisible
to humans, read by AI crawlers)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Live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2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Products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Detailed specs, tech comparison, and individual product enquiry</a:t>
            </a:r>
          </a:p>
        </p:txBody>
      </p:sp>
      <p:pic>
        <p:nvPicPr>
          <p:cNvPr id="6" name="Picture 5" descr="product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🧪 Products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Products listed:
• PEM Electrolyzer (0.01–100kW)
• AEM Electrolyzer
• Alkaline Electrolyzer
• Fuel Cell Systems (1W–400kW)
• CCUS / CO₂ Reduction Systems
• Photochemical Reactor
• MEA Manufacturing
Each product:
• Tech specs
• Applications
• 'Enquire' button → pre-filled modal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Products Page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3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Equipment as a Service (EaaS)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Access ₹1Cr+ lab equipment by the session — no purchase needed</a:t>
            </a:r>
          </a:p>
        </p:txBody>
      </p:sp>
      <p:pic>
        <p:nvPicPr>
          <p:cNvPr id="6" name="Picture 5" descr="eaas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🔬 EaaS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Equipment offered:
• RF Magnetron Sputtering
  (thin film deposition)
• Ultrasonic Spray Nozzle
  (catalyst/MEA coating)
• Hot Press (MEA bonding)
• 3D Printing (prototyping)
Target users:
• PhD researchers at IITs/NITs
• Hydrogen startups
• Industry R&amp;D teams
Enquiry button on each card
→ pre-filled with equipment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4114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EaaS Page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4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About Us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Founder stories, credentials, and institutional partnerships</a:t>
            </a:r>
          </a:p>
        </p:txBody>
      </p:sp>
      <p:pic>
        <p:nvPicPr>
          <p:cNvPr id="6" name="Picture 5" descr="abou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👥 About Us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Sections:
• Founder profiles with photos
• Academic credentials
  (NUS Singapore, Uppsala,
   IIT Kanpur — 16+ years R&amp;D)
• 60+ publications
• Company story &amp; mission
• Offices:
  – Chennai (IIT Madras R-Park)
  – Guntur (SRM AP University)
Builds trust with enterprise
buyers &amp; government clients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About Page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5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Contact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Three paths to contact — form, WhatsApp, and phone. Within 3 clicks from anywhere.</a:t>
            </a:r>
          </a:p>
        </p:txBody>
      </p:sp>
      <p:pic>
        <p:nvPicPr>
          <p:cNvPr id="6" name="Picture 5" descr="contac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📞 Contact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Contact channels:
• Web form → Formspree
  (auto email notification)
• WhatsApp: +91 73820 25117
• Email: info@shakti...
Enquiry modal (from product
pages) also submits to same
Formspree endpoint with the
product name pre-filled.
Office addresses:
• Chennai — IIT Madras R-Park
• Guntur — SRM AP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Contact Page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6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Blog — Knowledge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5 deep-dive articles targeting the keywords customers actually search</a:t>
            </a:r>
          </a:p>
        </p:txBody>
      </p:sp>
      <p:pic>
        <p:nvPicPr>
          <p:cNvPr id="6" name="Picture 5" descr="blog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📝 Blog / Knowledge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5 articles published:
1. PEM vs AEM vs Alkaline
   Electrolyzer (India)
2. Hydrogen Generator Cost
   in India 2026
3. EaaS for Hydrogen Research
4. CCUS in India — CO₂ to
   Chemicals
5. Fuel Cell Systems India
Each: 800–1200 words,
Article JSON-LD, enquiry CTA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Blog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510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👆 Click to open in browser · Add comment on this slide if any text needs changing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PAGE 7 OF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Sample Article — PEM vs AEM vs Alkaline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Technical depth that earns trust and Google/AI visibility</a:t>
            </a:r>
          </a:p>
        </p:txBody>
      </p:sp>
      <p:pic>
        <p:nvPicPr>
          <p:cNvPr id="6" name="Picture 5" descr="article_p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0"/>
            <a:ext cx="7772400" cy="4663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21040" y="1828800"/>
            <a:ext cx="3566160" cy="466344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📄 Article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33172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Every article has:
• Breadcrumb navigation
• Article JSON-LD schema
  (author, date, headline)
• Keyword-rich H1/H2/H3
• Comparison tables
• Callout boxes (tips, info)
• In-article enquiry CTA
  with WhatsApp button
• Related articles sidebar
Articles are written factually
— team should review for
technical accuracy.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92240"/>
            <a:ext cx="5029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u="sng">
                <a:solidFill>
                  <a:srgbClr val="00B4D8"/>
                </a:solidFill>
                <a:hlinkClick r:id="rId3"/>
              </a:rPr>
              <a:t>🔗 View Article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6510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Add slide comment for technical corrections needed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TECHNICAL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SEO / GEO Architecture — How We Get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Three-layer strategy: meta → schema → content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920240"/>
            <a:ext cx="3749039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3749039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1
Meta &amp; Keywords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• &lt;meta keywords&gt; with 19 target terms
• &lt;meta description&gt; mentions CCUS,
  MEA, net zero, carbon capture
• Open Graph for LinkedIn sharing
• Twitter Card for social previews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920240"/>
            <a:ext cx="3749039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920240"/>
            <a:ext cx="3749039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2
Structured Data (JSON-LD)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06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• Organization schema (who we are)
• FAQPage schema (10 Q&amp;As)
• Article schema on each blog post
• Visible microdata (itemscope)
→ AI assistants read these directly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920240"/>
            <a:ext cx="3749039" cy="457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920240"/>
            <a:ext cx="3749039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9659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Layer 3
Content / 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60604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• 5 technical articles (800–1200 words)
• Each targets a commercial keyword
• Internal linking between articles
• Sitemap updated (11 URLs)
→ Topical authority over 3–6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737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4D8"/>
                </a:solidFill>
              </a:rPr>
              <a:t>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Technical Stack &amp;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Fast, free, and fully owned — no platform dependency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874519"/>
            <a:ext cx="576072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47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67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HTML5 · CSS3 (vanilla) · JavaScript (ES modules)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No framework lock-in. Any developer can edit.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874519"/>
            <a:ext cx="576072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47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Bundler / 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67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Vite 5 — instant hot-reload in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3347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Build output: optimised HTML/CSS/JS for production.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429000"/>
            <a:ext cx="576072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02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Hosting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8221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Vercel — free tier, global CDN, auto-deploy from Git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1879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URL: shakti-photon-solutions.vercel.app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3429000"/>
            <a:ext cx="576072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021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221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Formspree — receives enquiry form submissions by 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87952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No backend server needed. Upgrade to Supabase ready.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983479"/>
            <a:ext cx="576072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0566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Version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766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Git + GitHub — full history, every change tracked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1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AI documentation: PROJECT.md, DECISIONS.md, CHANGELOG.md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983479"/>
            <a:ext cx="5760720" cy="14173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056631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Domain (pending)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7667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</a:rPr>
              <a:t>shaktiphotonsolutions.com — DNS to be pointed to Vercel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742431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After team review and approval of the new site.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 Need From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2004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5303520" cy="2011680"/>
          </a:xfrm>
          <a:prstGeom prst="rect">
            <a:avLst/>
          </a:prstGeom>
          <a:solidFill>
            <a:srgbClr val="16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📋 Review the 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Check technical accuracy of the 5 blog articles.
Add slide comments for corrections needed.
Specially: price ranges in 'Hydrogen Generator Cost India' article.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5303520" cy="2011680"/>
          </a:xfrm>
          <a:prstGeom prst="rect">
            <a:avLst/>
          </a:prstGeom>
          <a:solidFill>
            <a:srgbClr val="16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0756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🔗 Review the website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Click each page link on slides 4–12.
Test the enquiry modal on any product.
Test WhatsApp button — does it pre-fill correctly?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51960"/>
            <a:ext cx="5303520" cy="2011680"/>
          </a:xfrm>
          <a:prstGeom prst="rect">
            <a:avLst/>
          </a:prstGeom>
          <a:solidFill>
            <a:srgbClr val="16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3616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🌐 DNS Migration (when ready)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When team is satisfied, point shaktiphotonsolutions.com DNS
to Vercel. We will walk you through the NameCheap steps.
Estimated: &lt; 1 hour to go live on custom domain.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251960"/>
            <a:ext cx="5303520" cy="2011680"/>
          </a:xfrm>
          <a:prstGeom prst="rect">
            <a:avLst/>
          </a:prstGeom>
          <a:solidFill>
            <a:srgbClr val="162A5A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36168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✍️ New FAQ suggestions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80"/>
            <a:ext cx="4937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What questions do customers ask on WhatsApp or at demos?
Send them to the engineer — we add new FAQ cards
to the website and the AI schema within 24 hours.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92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🔗 Live site: shakti-photon-solutions.vercel.app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